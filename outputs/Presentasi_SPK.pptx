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didahulukan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dana tidak cukup?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Prioritisasi Penyaluran Kredit Mikro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Simpan Pinjam  ·  Kota Surakarta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480560"/>
            <a:ext cx="2011680" cy="36576"/>
          </a:xfrm>
          <a:prstGeom prst="rect">
            <a:avLst/>
          </a:prstGeom>
          <a:solidFill>
            <a:srgbClr val="1E6F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Sistem Pendukung Keputusan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 bukan teknis. Masalahnya memilih.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periode, pengajuan melebihi dana yang tersedia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733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Rp156 jt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pengajuan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berkas masuk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733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Rp60 jt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tersedia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 periode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733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terhadap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tersedia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15087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67335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81160" y="23134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bayar pada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siapa-cepat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tujuan koperasi saling bertarik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 sosial — dahulukan anggota yang paling membutuhkan.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Keberlanjutan — hindari kredit macet, karena kerugiannya menggerus simpanan anggota lain.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besar bobot kebutuhan sosial dibanding risiko TIDAK ADA jawabannya di dalam data. Itu pertanyaan kebijakan.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6EC"/>
          </a:solidFill>
          <a:ln w="12700">
            <a:solidFill>
              <a:srgbClr val="E8C9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30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kemiskinan per rumah tangga Jawa Tengah Rp2.571.674  ≈  UMK Surakarta Rp2.570.000.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Selisihnya 0,07%. Pekerja berupah minimum di Solo yang menanggung keluarga rata-rata berada tepat di garis kemiskinan.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dua tujuan tercapai sekaligus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plafon yang sama persis, dibandingkan empat kebijakan alternatif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733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bayar penerima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dari 21.7% praktik lama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5087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733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skor kebutuhan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penerima, naik dari 5,03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5087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733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plafon terpakai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64040" y="15087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67335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p=0,006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555480" y="2313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binomial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kebetulan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Kebijakan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Penerima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Gagal bayar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kebutuhan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Hybrid (AHP+TOPSIS)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Risiko (PD terkecil)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Kebutuhan (IKS terbesar)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Cepat (FCFS)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Undian (rata-rata 2000x)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lebih baik daripada undian pada KEDUA kolom. Ia tidak menukar satu tujuan dengan tujuan lain.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bukan sekadar urutkan menurut risiko?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tujuan-tunggal unggul di satu sisi dan gagal di sisi lain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pic>
        <p:nvPicPr>
          <p:cNvPr id="5" name="Image 0" descr="/home/claude/work/spk-kredit/outputs/figures/05_perbandingan_kebijak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417320"/>
            <a:ext cx="9875520" cy="3767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Kebutuhan mencapai sasaran sosial tertinggi (5,95) tetapi gagal bayarnya 20%. Hanya Risiko aman tetapi melayani pemohon yang kurang membutuhkan. Sistem hibrida mengambil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Temuan: penilaian pakar ternyata terbalik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kosong bukan berkas bersih — efek thin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Riwayat kredit pemohon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Dugaan pakar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Gagal bayar nyata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pernah meminjam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Paling 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pinjaman lunas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Pinjaman berjalan lancar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Pernah menunggak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Berisiko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Akun kritis / pinjam di lembaga 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Paling berisiko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0F7F3"/>
          </a:solidFill>
          <a:ln w="12700">
            <a:solidFill>
              <a:srgbClr val="1E6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terbalik?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Pemohon tanpa riwayat belum pernah diuji kemampuannya membayar. Pemohon berstatus akun kritis justru sudah lolos penilaian lembaga lain.
</a:t>
            </a:r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dikalibrasi ulang pada iterasi 2. Versi pakar tetap disimpan di dalam kode sebagai pembanding — selisih antara dugaan manusia dan perilaku data adalah temuan, bukan kesalahan yang perlu disembunyikan.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kuat peringkat ini bertahan?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digeser dari 0,05 sampai 0,60 — mana yang berubah, mana yang tidak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pic>
        <p:nvPicPr>
          <p:cNvPr id="5" name="Image 0" descr="/home/claude/work/spk-kredit/outputs/figures/03_sensitivitas_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371600"/>
            <a:ext cx="8229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pemohon teratas bertahan di 10 besar pada 100% skenario bobot — putuskan tanpa ragu.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menengah berpindah pada 7 titik balik — tinjau manual sebelum memutuskan.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sistem ini dibangun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Data–Model–Dialog, ditambah subsistem pengetahuan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19050">
            <a:solidFill>
              <a:srgbClr val="1E6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historis angsuran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BPS Jawa Tengah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 Kepgub Jateng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19050">
            <a:solidFill>
              <a:srgbClr val="1E6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6002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38728" y="201168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risiko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→ bobot kriteria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→ peringkat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46304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19050">
            <a:solidFill>
              <a:srgbClr val="1E6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6002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91656" y="201168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kriteria miskin BPS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dampak produktif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keras risiko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07424" y="146304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19050">
            <a:solidFill>
              <a:srgbClr val="1E6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60020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44584" y="2011680"/>
            <a:ext cx="2231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web 6 tab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dapat diubah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tersimpan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kunci yang bisa diperiksa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terpilih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— AUC validasi silang 0.7746 ± 0.0376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pada data uji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0.7895 · Recall 0.822 · ambang 0.41 dipilih out-of-fold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Konsistensi AHP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= 0.0036 terhadap ambang 0,10 — agregasi 3 responden, rata-rata geometrik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lintas metode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Korelasi Spearman TOPSIS–SAW 0,946 — peringkat bukan artefak metode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BELUM bisa dilakukan sistem ini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Disampaikan di depan, bukan ditunggu sampai ditanya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20117"/>
          </a:xfrm>
          <a:prstGeom prst="rect">
            <a:avLst/>
          </a:prstGeom>
          <a:solidFill>
            <a:srgbClr val="D8DEE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11480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Keterbatasan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Akibatnya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Rencana penutupan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3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historis berasal dari luar negeri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harus dibaca sebagai peringkat risiko relatif, bukan peluang mutlak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Latih ulang dengan data angsuran koperasi mitra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Kohort pemohon masih simulasi terkalibrasi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Angka hasil sahih sebagai bukti rancangan, bukan temuan lapangan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 divalidasi riset pustaka: BPS, SE BI, Kemensos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dari 14 kriteria BPS tanpa padanan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kebutuhan berskala 0–10, bukan 0–14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butir itu sudah masuk formulir pendataan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18 penerima pada periode uji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kasus macet menggeser angka 5,6 poin persentase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binomial dilaporkan (p = 0,006)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 usability adalah pengembang sendiri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 yang sudah terbiasa dihadapi cenderung terlewat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Evaluation sudah jalan (10 temuan, 2 terparah diperbaiki); SUS siap disebar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ini decision support, bukan decision automation. Keputusan akhir tetap pada pengurus koperasi, dan setiap peringkat disertai alasan agar penolakan dapat dipertanggungjawabkan kepada pemohon.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berubah bagi koperasi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2011680" cy="36576"/>
          </a:xfrm>
          <a:prstGeom prst="rect">
            <a:avLst/>
          </a:prstGeom>
          <a:solidFill>
            <a:srgbClr val="1E6F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23317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kedatangan berkas. Gagal bayar 25%. Alasan penolakan tidak terdokumentasi.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33832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berbasis enam kriteria. Gagal bayar 0% pada periode uji. Setiap keputusan disertai alasan tertulis.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tetap manusia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44348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antartujuan ditetapkan pengurus, bukan sistem. Persetujuan akhir tetap di tangan manajer.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Pertanyaan?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SPK Prioritisasi Penyaluran Kredit Mikro</dc:title>
  <dc:subject>PptxGenJS Presentation</dc:subject>
  <dc:creator>Tim SPK</dc:creator>
  <cp:lastModifiedBy>Tim SPK</cp:lastModifiedBy>
  <cp:revision>1</cp:revision>
  <dcterms:created xsi:type="dcterms:W3CDTF">2026-10-20T07:03:05Z</dcterms:created>
  <dcterms:modified xsi:type="dcterms:W3CDTF">2026-10-20T07:03:05Z</dcterms:modified>
</cp:coreProperties>
</file>